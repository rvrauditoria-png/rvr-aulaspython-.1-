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8832DF-9658-920C-3263-EB144BE7D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42EBF9-DA90-0110-C959-1A1275302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9ABBD0-528E-3941-C17F-0C7671CE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DC78AE-B82D-F5F3-857C-8E1EF1A6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8C432E-0ECA-9971-F549-D478FDD6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52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471BE-523B-D609-E015-6D452A5D7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10075C-DD83-6F41-E6B4-A041E9D99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3CD77B-C7D9-6C33-CB6A-98A8C9DB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B8FAB8-C12F-75BB-6AD0-B68515363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CCFEA2-E0D8-7DDC-B9BF-26A613C6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765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2CD21-D0A7-0B12-B5E1-09FC2AFE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3487C-C537-A296-E47A-000A5A4C7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C019E7-EE31-FF76-B00E-0762A2FF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08FABF-5732-0B7E-4DC5-2E95A4D19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56DBD1-4DBA-676C-55B9-721DC4C5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88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31635-7AA8-C743-795F-3C531BF4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F07565-A50D-CE1E-014E-004B77C3D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7546BE-8371-C54B-76B3-5020E89DB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DB1541-D18B-AAF5-E1CE-677FA6FC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81753E-B0C1-98FB-4FDC-CD6A494DB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9EF06D-BC71-DC64-3105-AD240400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3613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DE301-8CEE-8700-9B39-BEC31118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50C623-572A-A5A8-3602-06A37AE70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EE9FB8-7884-2A9C-51F2-CF9542764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9D501D-2840-D268-9413-BF9EFB3CE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E282466-9D60-3A0A-3112-270613CAF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AF16E6C-6F0C-8389-7BC9-C858B41D9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FFC7AE-2D26-B6BA-2DA6-47D42565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275A9E5-A2D3-DD6E-2F91-9B850A59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63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BF3D6-6673-F58B-1CBD-3996CE1A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463AEC-7707-5E35-E699-2197770AB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56C104-86F6-0C41-45DC-FF96BE1A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4C10ABB-BA7D-B33C-BA3B-E96CDA8E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624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189CB1D-FD2C-CF11-C7C5-B62988576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C4DF1E5-0319-1FF6-A4CE-C9FA41B90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338B85-628E-495F-35FB-34CC70B7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64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72DCC-6694-24B1-F0D5-E19480A12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DDB7EF-8B33-6C5C-A858-298BE6063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223D47-2863-1A92-B582-926BB9E87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EAA51B-FDB5-B370-1421-B25BE334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30BCC6-AF18-34AB-C1F6-C80B7138A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FE848A-2BB6-40A4-0045-A88B909E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96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FEA3E-D068-A79C-2520-CF203C53D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2181FE5-0216-1CFB-DDC9-EEDDAFA4F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AF9FD6-8019-2343-1EE1-E962FDED9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954CCB-5B3D-3DB6-B77A-28E15986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FBBCB3-1C82-24DD-8DBF-02301124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070594-0EB1-157A-527F-77635921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8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3D61E-B5F0-A3BD-F5F8-8D524EC2D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268D35-BF87-E62A-1E3C-453D09DE2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0AC8B2-B5A3-26DF-E581-4A48BB591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8A3013-6C17-3D4B-B16F-5772B578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03A943-F4CA-460D-16A7-409567BD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84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B8B0B0-CAEB-E49D-3203-AE28B1223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A54A93-A77E-7C50-9A40-CD026B0C1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7FB9F2-654A-B5B2-3A20-FD6807EB7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C75D6E-01B9-84F0-9718-7FEF5905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3E2A9E-1474-49FE-69CA-57F3831AF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3F52DD0-8D31-20C0-C2AB-447D69E7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7E2CA2-2E27-E12F-87EA-5A9252D8A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DD33E1-41F7-36D4-E0B1-D14091CD4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157A5-5B13-4FA8-9046-8FC19A819C9F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C768A1-FFD3-B8BE-D910-E1B2947C4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7F1C0F-B068-58ED-FF7D-D283AA540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8BAEA-484E-434F-AC5D-BE27D79B47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28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780C999-5E43-D2BF-52A2-0A6F678E7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149506"/>
              </p:ext>
            </p:extLst>
          </p:nvPr>
        </p:nvGraphicFramePr>
        <p:xfrm>
          <a:off x="1670755" y="3157873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93">
                  <a:extLst>
                    <a:ext uri="{9D8B030D-6E8A-4147-A177-3AD203B41FA5}">
                      <a16:colId xmlns:a16="http://schemas.microsoft.com/office/drawing/2014/main" val="1423945784"/>
                    </a:ext>
                  </a:extLst>
                </a:gridCol>
                <a:gridCol w="1411363">
                  <a:extLst>
                    <a:ext uri="{9D8B030D-6E8A-4147-A177-3AD203B41FA5}">
                      <a16:colId xmlns:a16="http://schemas.microsoft.com/office/drawing/2014/main" val="3962466311"/>
                    </a:ext>
                  </a:extLst>
                </a:gridCol>
                <a:gridCol w="1483740">
                  <a:extLst>
                    <a:ext uri="{9D8B030D-6E8A-4147-A177-3AD203B41FA5}">
                      <a16:colId xmlns:a16="http://schemas.microsoft.com/office/drawing/2014/main" val="3524357085"/>
                    </a:ext>
                  </a:extLst>
                </a:gridCol>
                <a:gridCol w="1483741">
                  <a:extLst>
                    <a:ext uri="{9D8B030D-6E8A-4147-A177-3AD203B41FA5}">
                      <a16:colId xmlns:a16="http://schemas.microsoft.com/office/drawing/2014/main" val="354678917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1356097081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938487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 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 OR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NOT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3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08959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2704DDAD-DDC7-B05E-92ED-990149DFCE55}"/>
              </a:ext>
            </a:extLst>
          </p:cNvPr>
          <p:cNvSpPr txBox="1"/>
          <p:nvPr/>
        </p:nvSpPr>
        <p:spPr>
          <a:xfrm>
            <a:off x="621437" y="475588"/>
            <a:ext cx="4065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  </a:t>
            </a:r>
          </a:p>
          <a:p>
            <a:r>
              <a:rPr lang="pt-BR" dirty="0"/>
              <a:t>A - Oscar Niemayer é um arquiteto</a:t>
            </a:r>
          </a:p>
          <a:p>
            <a:r>
              <a:rPr lang="pt-BR" dirty="0"/>
              <a:t>B- Palmeiras é um time de Futebol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AB0C2F-FBEA-F1E9-B318-E66EFAEC35AB}"/>
              </a:ext>
            </a:extLst>
          </p:cNvPr>
          <p:cNvSpPr txBox="1"/>
          <p:nvPr/>
        </p:nvSpPr>
        <p:spPr>
          <a:xfrm>
            <a:off x="6464424" y="445149"/>
            <a:ext cx="4065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 </a:t>
            </a:r>
          </a:p>
          <a:p>
            <a:r>
              <a:rPr lang="pt-BR" dirty="0"/>
              <a:t>C – Salvador não é uma cidade</a:t>
            </a:r>
          </a:p>
          <a:p>
            <a:r>
              <a:rPr lang="pt-BR" dirty="0"/>
              <a:t>D - Santos é um time de Futebol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D95CA6B-BEB5-3F39-D8B6-5E1C2E7172D9}"/>
              </a:ext>
            </a:extLst>
          </p:cNvPr>
          <p:cNvSpPr txBox="1"/>
          <p:nvPr/>
        </p:nvSpPr>
        <p:spPr>
          <a:xfrm>
            <a:off x="621437" y="1801511"/>
            <a:ext cx="4065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3</a:t>
            </a:r>
          </a:p>
          <a:p>
            <a:r>
              <a:rPr lang="pt-BR" dirty="0"/>
              <a:t>E – O Brasil fica na América do Sul</a:t>
            </a:r>
          </a:p>
          <a:p>
            <a:r>
              <a:rPr lang="pt-BR" dirty="0"/>
              <a:t>F – O Brasil fica na Europa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A2084F2-3207-C129-C0A9-90886F536705}"/>
              </a:ext>
            </a:extLst>
          </p:cNvPr>
          <p:cNvSpPr txBox="1"/>
          <p:nvPr/>
        </p:nvSpPr>
        <p:spPr>
          <a:xfrm>
            <a:off x="6464423" y="1801511"/>
            <a:ext cx="4065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4</a:t>
            </a:r>
          </a:p>
          <a:p>
            <a:r>
              <a:rPr lang="pt-BR" dirty="0"/>
              <a:t>G – (5 + 5 = 10)</a:t>
            </a:r>
          </a:p>
          <a:p>
            <a:r>
              <a:rPr lang="pt-BR" dirty="0"/>
              <a:t>H – (2 – 2 = 4)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6D2269D-F196-0FFD-0AC1-904405BEA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259476"/>
              </p:ext>
            </p:extLst>
          </p:nvPr>
        </p:nvGraphicFramePr>
        <p:xfrm>
          <a:off x="1670755" y="4060041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93">
                  <a:extLst>
                    <a:ext uri="{9D8B030D-6E8A-4147-A177-3AD203B41FA5}">
                      <a16:colId xmlns:a16="http://schemas.microsoft.com/office/drawing/2014/main" val="1423945784"/>
                    </a:ext>
                  </a:extLst>
                </a:gridCol>
                <a:gridCol w="1411363">
                  <a:extLst>
                    <a:ext uri="{9D8B030D-6E8A-4147-A177-3AD203B41FA5}">
                      <a16:colId xmlns:a16="http://schemas.microsoft.com/office/drawing/2014/main" val="3962466311"/>
                    </a:ext>
                  </a:extLst>
                </a:gridCol>
                <a:gridCol w="1483740">
                  <a:extLst>
                    <a:ext uri="{9D8B030D-6E8A-4147-A177-3AD203B41FA5}">
                      <a16:colId xmlns:a16="http://schemas.microsoft.com/office/drawing/2014/main" val="3524357085"/>
                    </a:ext>
                  </a:extLst>
                </a:gridCol>
                <a:gridCol w="1483741">
                  <a:extLst>
                    <a:ext uri="{9D8B030D-6E8A-4147-A177-3AD203B41FA5}">
                      <a16:colId xmlns:a16="http://schemas.microsoft.com/office/drawing/2014/main" val="354678917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1356097081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3120624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 AND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 OR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NOT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3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08959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E8BBAE2-0075-0CE1-5D09-A60DA5D29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95923"/>
              </p:ext>
            </p:extLst>
          </p:nvPr>
        </p:nvGraphicFramePr>
        <p:xfrm>
          <a:off x="1670755" y="5008638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93">
                  <a:extLst>
                    <a:ext uri="{9D8B030D-6E8A-4147-A177-3AD203B41FA5}">
                      <a16:colId xmlns:a16="http://schemas.microsoft.com/office/drawing/2014/main" val="1423945784"/>
                    </a:ext>
                  </a:extLst>
                </a:gridCol>
                <a:gridCol w="1411363">
                  <a:extLst>
                    <a:ext uri="{9D8B030D-6E8A-4147-A177-3AD203B41FA5}">
                      <a16:colId xmlns:a16="http://schemas.microsoft.com/office/drawing/2014/main" val="3962466311"/>
                    </a:ext>
                  </a:extLst>
                </a:gridCol>
                <a:gridCol w="1483740">
                  <a:extLst>
                    <a:ext uri="{9D8B030D-6E8A-4147-A177-3AD203B41FA5}">
                      <a16:colId xmlns:a16="http://schemas.microsoft.com/office/drawing/2014/main" val="3524357085"/>
                    </a:ext>
                  </a:extLst>
                </a:gridCol>
                <a:gridCol w="1483741">
                  <a:extLst>
                    <a:ext uri="{9D8B030D-6E8A-4147-A177-3AD203B41FA5}">
                      <a16:colId xmlns:a16="http://schemas.microsoft.com/office/drawing/2014/main" val="354678917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1356097081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3029587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 AND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 OR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NOT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3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08959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614DCFE9-5BC6-3297-2C22-5900AC426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15035"/>
              </p:ext>
            </p:extLst>
          </p:nvPr>
        </p:nvGraphicFramePr>
        <p:xfrm>
          <a:off x="1670755" y="5957235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93">
                  <a:extLst>
                    <a:ext uri="{9D8B030D-6E8A-4147-A177-3AD203B41FA5}">
                      <a16:colId xmlns:a16="http://schemas.microsoft.com/office/drawing/2014/main" val="1423945784"/>
                    </a:ext>
                  </a:extLst>
                </a:gridCol>
                <a:gridCol w="1411363">
                  <a:extLst>
                    <a:ext uri="{9D8B030D-6E8A-4147-A177-3AD203B41FA5}">
                      <a16:colId xmlns:a16="http://schemas.microsoft.com/office/drawing/2014/main" val="3962466311"/>
                    </a:ext>
                  </a:extLst>
                </a:gridCol>
                <a:gridCol w="1483740">
                  <a:extLst>
                    <a:ext uri="{9D8B030D-6E8A-4147-A177-3AD203B41FA5}">
                      <a16:colId xmlns:a16="http://schemas.microsoft.com/office/drawing/2014/main" val="3524357085"/>
                    </a:ext>
                  </a:extLst>
                </a:gridCol>
                <a:gridCol w="1483741">
                  <a:extLst>
                    <a:ext uri="{9D8B030D-6E8A-4147-A177-3AD203B41FA5}">
                      <a16:colId xmlns:a16="http://schemas.microsoft.com/office/drawing/2014/main" val="354678917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1356097081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3029587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 AND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G OR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NOT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3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08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2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704DDAD-DDC7-B05E-92ED-990149DFCE55}"/>
              </a:ext>
            </a:extLst>
          </p:cNvPr>
          <p:cNvSpPr txBox="1"/>
          <p:nvPr/>
        </p:nvSpPr>
        <p:spPr>
          <a:xfrm>
            <a:off x="621437" y="475588"/>
            <a:ext cx="4065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  </a:t>
            </a:r>
          </a:p>
          <a:p>
            <a:r>
              <a:rPr lang="pt-BR" dirty="0"/>
              <a:t> I – Japão é um país</a:t>
            </a:r>
          </a:p>
          <a:p>
            <a:r>
              <a:rPr lang="pt-BR" dirty="0"/>
              <a:t>J – São Paulo fica no Brasil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AB0C2F-FBEA-F1E9-B318-E66EFAEC35AB}"/>
              </a:ext>
            </a:extLst>
          </p:cNvPr>
          <p:cNvSpPr txBox="1"/>
          <p:nvPr/>
        </p:nvSpPr>
        <p:spPr>
          <a:xfrm>
            <a:off x="6464424" y="445149"/>
            <a:ext cx="4065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 </a:t>
            </a:r>
          </a:p>
          <a:p>
            <a:r>
              <a:rPr lang="pt-BR" dirty="0"/>
              <a:t>K – São Paulo é um Estado</a:t>
            </a:r>
          </a:p>
          <a:p>
            <a:r>
              <a:rPr lang="pt-BR" dirty="0"/>
              <a:t>L – Salvador é um Estado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D95CA6B-BEB5-3F39-D8B6-5E1C2E7172D9}"/>
              </a:ext>
            </a:extLst>
          </p:cNvPr>
          <p:cNvSpPr txBox="1"/>
          <p:nvPr/>
        </p:nvSpPr>
        <p:spPr>
          <a:xfrm>
            <a:off x="621438" y="1811743"/>
            <a:ext cx="4065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7</a:t>
            </a:r>
          </a:p>
          <a:p>
            <a:r>
              <a:rPr lang="pt-BR" dirty="0"/>
              <a:t>M – Santo Amaro é um bairro de SP</a:t>
            </a:r>
          </a:p>
          <a:p>
            <a:r>
              <a:rPr lang="pt-BR" dirty="0"/>
              <a:t>N – A terra é plana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A2084F2-3207-C129-C0A9-90886F536705}"/>
              </a:ext>
            </a:extLst>
          </p:cNvPr>
          <p:cNvSpPr txBox="1"/>
          <p:nvPr/>
        </p:nvSpPr>
        <p:spPr>
          <a:xfrm>
            <a:off x="6464424" y="1825823"/>
            <a:ext cx="4065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8</a:t>
            </a:r>
          </a:p>
          <a:p>
            <a:r>
              <a:rPr lang="pt-BR" dirty="0"/>
              <a:t>O – (7 + 15 = 10)</a:t>
            </a:r>
          </a:p>
          <a:p>
            <a:r>
              <a:rPr lang="pt-BR" dirty="0"/>
              <a:t>P – (2 + 2 + 2 = 6)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F30321C-23FD-66B3-9445-0F99F9D04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374008"/>
              </p:ext>
            </p:extLst>
          </p:nvPr>
        </p:nvGraphicFramePr>
        <p:xfrm>
          <a:off x="1670755" y="3157873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93">
                  <a:extLst>
                    <a:ext uri="{9D8B030D-6E8A-4147-A177-3AD203B41FA5}">
                      <a16:colId xmlns:a16="http://schemas.microsoft.com/office/drawing/2014/main" val="1423945784"/>
                    </a:ext>
                  </a:extLst>
                </a:gridCol>
                <a:gridCol w="1411363">
                  <a:extLst>
                    <a:ext uri="{9D8B030D-6E8A-4147-A177-3AD203B41FA5}">
                      <a16:colId xmlns:a16="http://schemas.microsoft.com/office/drawing/2014/main" val="3962466311"/>
                    </a:ext>
                  </a:extLst>
                </a:gridCol>
                <a:gridCol w="1483740">
                  <a:extLst>
                    <a:ext uri="{9D8B030D-6E8A-4147-A177-3AD203B41FA5}">
                      <a16:colId xmlns:a16="http://schemas.microsoft.com/office/drawing/2014/main" val="3524357085"/>
                    </a:ext>
                  </a:extLst>
                </a:gridCol>
                <a:gridCol w="1483741">
                  <a:extLst>
                    <a:ext uri="{9D8B030D-6E8A-4147-A177-3AD203B41FA5}">
                      <a16:colId xmlns:a16="http://schemas.microsoft.com/office/drawing/2014/main" val="354678917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1356097081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938487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 AND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 OR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NOT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3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08959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68E7873-7DA7-84D9-00A4-FB59E5FC3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759030"/>
              </p:ext>
            </p:extLst>
          </p:nvPr>
        </p:nvGraphicFramePr>
        <p:xfrm>
          <a:off x="1670755" y="4060041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93">
                  <a:extLst>
                    <a:ext uri="{9D8B030D-6E8A-4147-A177-3AD203B41FA5}">
                      <a16:colId xmlns:a16="http://schemas.microsoft.com/office/drawing/2014/main" val="1423945784"/>
                    </a:ext>
                  </a:extLst>
                </a:gridCol>
                <a:gridCol w="1411363">
                  <a:extLst>
                    <a:ext uri="{9D8B030D-6E8A-4147-A177-3AD203B41FA5}">
                      <a16:colId xmlns:a16="http://schemas.microsoft.com/office/drawing/2014/main" val="3962466311"/>
                    </a:ext>
                  </a:extLst>
                </a:gridCol>
                <a:gridCol w="1483740">
                  <a:extLst>
                    <a:ext uri="{9D8B030D-6E8A-4147-A177-3AD203B41FA5}">
                      <a16:colId xmlns:a16="http://schemas.microsoft.com/office/drawing/2014/main" val="3524357085"/>
                    </a:ext>
                  </a:extLst>
                </a:gridCol>
                <a:gridCol w="1483741">
                  <a:extLst>
                    <a:ext uri="{9D8B030D-6E8A-4147-A177-3AD203B41FA5}">
                      <a16:colId xmlns:a16="http://schemas.microsoft.com/office/drawing/2014/main" val="354678917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1356097081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3120624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 AND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K OR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NOT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3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08959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1DCDAECE-33F3-8B06-2D3A-1CA1DD559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087959"/>
              </p:ext>
            </p:extLst>
          </p:nvPr>
        </p:nvGraphicFramePr>
        <p:xfrm>
          <a:off x="1670755" y="5008638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93">
                  <a:extLst>
                    <a:ext uri="{9D8B030D-6E8A-4147-A177-3AD203B41FA5}">
                      <a16:colId xmlns:a16="http://schemas.microsoft.com/office/drawing/2014/main" val="1423945784"/>
                    </a:ext>
                  </a:extLst>
                </a:gridCol>
                <a:gridCol w="1411363">
                  <a:extLst>
                    <a:ext uri="{9D8B030D-6E8A-4147-A177-3AD203B41FA5}">
                      <a16:colId xmlns:a16="http://schemas.microsoft.com/office/drawing/2014/main" val="3962466311"/>
                    </a:ext>
                  </a:extLst>
                </a:gridCol>
                <a:gridCol w="1483740">
                  <a:extLst>
                    <a:ext uri="{9D8B030D-6E8A-4147-A177-3AD203B41FA5}">
                      <a16:colId xmlns:a16="http://schemas.microsoft.com/office/drawing/2014/main" val="3524357085"/>
                    </a:ext>
                  </a:extLst>
                </a:gridCol>
                <a:gridCol w="1483741">
                  <a:extLst>
                    <a:ext uri="{9D8B030D-6E8A-4147-A177-3AD203B41FA5}">
                      <a16:colId xmlns:a16="http://schemas.microsoft.com/office/drawing/2014/main" val="354678917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1356097081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3029587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 AND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M OR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NOT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3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08959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660951B-DFE9-5D25-1133-40FACEAA3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108493"/>
              </p:ext>
            </p:extLst>
          </p:nvPr>
        </p:nvGraphicFramePr>
        <p:xfrm>
          <a:off x="1670755" y="5957235"/>
          <a:ext cx="812800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293">
                  <a:extLst>
                    <a:ext uri="{9D8B030D-6E8A-4147-A177-3AD203B41FA5}">
                      <a16:colId xmlns:a16="http://schemas.microsoft.com/office/drawing/2014/main" val="1423945784"/>
                    </a:ext>
                  </a:extLst>
                </a:gridCol>
                <a:gridCol w="1411363">
                  <a:extLst>
                    <a:ext uri="{9D8B030D-6E8A-4147-A177-3AD203B41FA5}">
                      <a16:colId xmlns:a16="http://schemas.microsoft.com/office/drawing/2014/main" val="3962466311"/>
                    </a:ext>
                  </a:extLst>
                </a:gridCol>
                <a:gridCol w="1483740">
                  <a:extLst>
                    <a:ext uri="{9D8B030D-6E8A-4147-A177-3AD203B41FA5}">
                      <a16:colId xmlns:a16="http://schemas.microsoft.com/office/drawing/2014/main" val="3524357085"/>
                    </a:ext>
                  </a:extLst>
                </a:gridCol>
                <a:gridCol w="1483741">
                  <a:extLst>
                    <a:ext uri="{9D8B030D-6E8A-4147-A177-3AD203B41FA5}">
                      <a16:colId xmlns:a16="http://schemas.microsoft.com/office/drawing/2014/main" val="354678917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1356097081"/>
                    </a:ext>
                  </a:extLst>
                </a:gridCol>
                <a:gridCol w="1501432">
                  <a:extLst>
                    <a:ext uri="{9D8B030D-6E8A-4147-A177-3AD203B41FA5}">
                      <a16:colId xmlns:a16="http://schemas.microsoft.com/office/drawing/2014/main" val="30295878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 AND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O OR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NOT 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23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True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08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4484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48dc05bb-d721-482b-8b91-73ce9639e4f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9A97940A9EFA941BFDE4FCC255B0DD1" ma:contentTypeVersion="1" ma:contentTypeDescription="Crie um novo documento." ma:contentTypeScope="" ma:versionID="58d10755d47edbca65a6a4af4cac4358">
  <xsd:schema xmlns:xsd="http://www.w3.org/2001/XMLSchema" xmlns:xs="http://www.w3.org/2001/XMLSchema" xmlns:p="http://schemas.microsoft.com/office/2006/metadata/properties" xmlns:ns2="48dc05bb-d721-482b-8b91-73ce9639e4fc" targetNamespace="http://schemas.microsoft.com/office/2006/metadata/properties" ma:root="true" ma:fieldsID="6c491e8edc569d143ca5ae57dd978292" ns2:_="">
    <xsd:import namespace="48dc05bb-d721-482b-8b91-73ce9639e4fc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dc05bb-d721-482b-8b91-73ce9639e4f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BE407C-5A35-4A24-8CC0-A137C4786FD3}">
  <ds:schemaRefs>
    <ds:schemaRef ds:uri="http://schemas.microsoft.com/office/2006/metadata/properties"/>
    <ds:schemaRef ds:uri="http://schemas.microsoft.com/office/infopath/2007/PartnerControls"/>
    <ds:schemaRef ds:uri="590f6d3f-d5d8-416a-acb0-a40217290b4c"/>
    <ds:schemaRef ds:uri="7d573999-52b7-496e-85f3-1b09281ead63"/>
    <ds:schemaRef ds:uri="48dc05bb-d721-482b-8b91-73ce9639e4fc"/>
  </ds:schemaRefs>
</ds:datastoreItem>
</file>

<file path=customXml/itemProps2.xml><?xml version="1.0" encoding="utf-8"?>
<ds:datastoreItem xmlns:ds="http://schemas.openxmlformats.org/officeDocument/2006/customXml" ds:itemID="{AFDA1499-5F34-461B-A4D5-F6FAAB1415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dc05bb-d721-482b-8b91-73ce9639e4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2192F7-31E8-4ADA-88E8-C67F6420FB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269</Words>
  <Application>Microsoft Office PowerPoint</Application>
  <PresentationFormat>Widescreen</PresentationFormat>
  <Paragraphs>120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CLAUDIA SOUZA CUNHA</dc:creator>
  <cp:lastModifiedBy>ROBERTO VILELA RESENDE</cp:lastModifiedBy>
  <cp:revision>13</cp:revision>
  <dcterms:created xsi:type="dcterms:W3CDTF">2024-05-20T19:38:34Z</dcterms:created>
  <dcterms:modified xsi:type="dcterms:W3CDTF">2026-08-18T18:16:19Z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0x010100E9A97940A9EFA941BFDE4FCC255B0DD1</vt:lpwstr>
  </property>
</Properties>
</file>